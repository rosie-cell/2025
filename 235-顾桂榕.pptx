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1B1BE-A859-40F3-A8A1-21AB9032695F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6B78C-6B94-4D35-B46C-7E54DF8D2E5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6B78C-6B94-4D35-B46C-7E54DF8D2E5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5FEA5-CF03-4C6D-A073-5B70BA6E35C8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2A916-CF0A-429A-AA6F-13ACD1DD23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黑白色的标志&#10;&#10;中度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21" y="428793"/>
            <a:ext cx="1948879" cy="54898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795250"/>
            <a:ext cx="950614" cy="682414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3989" y="844069"/>
            <a:ext cx="2643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95249" y="1477664"/>
            <a:ext cx="7039096" cy="448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姓名：顾桂榕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2510305235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出生日期： 200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生源地：安徽省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民族：汉族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籍贯： 江苏省建湖县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班级职务： 无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其他任职： 无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兴趣爱好&amp;特长：唱歌、长跑、羽毛球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最喜欢的一本书或一部电影：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>
              <a:lnSpc>
                <a:spcPct val="150000"/>
              </a:lnSpc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大二的目标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：认真学习、努力科研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想对新班主任说的话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：欢迎老师成为我们的新班主任，接下来请多多指教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 rot="16200000">
            <a:off x="2570279" y="4599976"/>
            <a:ext cx="326571" cy="2212440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7344" y="5592321"/>
            <a:ext cx="2212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个人生活照（正面）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AC8E6F-CA98-4015-BB3D-239ADDAD40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344" y="1956597"/>
            <a:ext cx="2297862" cy="3063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</Words>
  <Application>Microsoft Office PowerPoint</Application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浩萌 高</dc:creator>
  <cp:lastModifiedBy>8618810516727</cp:lastModifiedBy>
  <cp:revision>8</cp:revision>
  <dcterms:created xsi:type="dcterms:W3CDTF">2024-05-19T02:32:00Z</dcterms:created>
  <dcterms:modified xsi:type="dcterms:W3CDTF">2026-05-30T16:38:35Z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9FB0EEAACAE747E3AB631308A39688F8_13</vt:lpwstr>
  </property>
  <property fmtid="{D5CDD505-2E9C-101B-9397-08002B2CF9AE}" pid="3" name="KSOProductBuildVer">
    <vt:lpwstr>2052-12.1.0.26375</vt:lpwstr>
  </property>
</Properties>
</file>